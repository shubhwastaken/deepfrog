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3657600" cy="6400800"/>
          </a:xfrm>
          <a:prstGeom prst="rect">
            <a:avLst/>
          </a:prstGeom>
          <a:solidFill>
            <a:srgbClr val="0D3B6E">
              <a:alpha val="40000"/>
            </a:srgbClr>
          </a:solidFill>
          <a:ln w="12700">
            <a:solidFill>
              <a:srgbClr val="0D3B6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194560" cy="2926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AI-POWERED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Brain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Queue-backed multi-agent customs intelligence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A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turns document uploads into ranked decisions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2651760" cy="804672"/>
          </a:xfrm>
          <a:prstGeom prst="rect">
            <a:avLst/>
          </a:prstGeom>
          <a:solidFill>
            <a:srgbClr val="0D3B6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148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Product Value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Upload 2 docs → customs decision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4114800"/>
            <a:ext cx="2651760" cy="804672"/>
          </a:xfrm>
          <a:prstGeom prst="rect">
            <a:avLst/>
          </a:prstGeom>
          <a:solidFill>
            <a:srgbClr val="0D3B6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1148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Systems Value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Async AI via parallel workers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114800"/>
            <a:ext cx="2651760" cy="804672"/>
          </a:xfrm>
          <a:prstGeom prst="rect">
            <a:avLst/>
          </a:prstGeom>
          <a:solidFill>
            <a:srgbClr val="0D3B6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1148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Engineering Value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Auth, RBAC, encryption built-in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Customs Brain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full customs decision workflow, compressed into one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1540" y="137160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Invoice + Bill of Lading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432304"/>
            <a:ext cx="1828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28016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3180" y="137160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Queue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creates &amp; queues a job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432304"/>
            <a:ext cx="1828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28016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4820" y="137160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48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Workers run AI pipeline async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2432304"/>
            <a:ext cx="1828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28016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66460" y="137160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64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Analyze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 → HS code → Worlds → Rank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2432304"/>
            <a:ext cx="1828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128016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8100" y="137160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81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3774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Recommendation + report + evidence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203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Trade teams normally stitch together invoices, bills of lading, tariff logic, compliance rules, valuation signals, and human judgment. </a:t>
            </a:r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Customs Brain compresses all of that into one async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runtime components, each with a clear responsibility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Login, upload, dashboard, results, security proof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30552"/>
            <a:ext cx="54864" cy="7498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59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Auth, upload, result retrieval, metrics, report download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2666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26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 Queue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55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Job queue transport between API and workers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22776"/>
            <a:ext cx="54864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227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worker-a / worker-b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Async queue consumers that execute the customs pipeline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234440"/>
            <a:ext cx="5486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234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5636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Users, OTP, job state, encrypted PII, stored results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30552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130552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Nginx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459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Reverse proxy for local stack routing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026664"/>
            <a:ext cx="4160520" cy="74980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26664"/>
            <a:ext cx="54864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026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Grafana + Loki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55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Optional observability — logs, metrics,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Agent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Workers pull jobs from Redis and execute this chain sequentially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1887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Parse invoice + bill of lading → structured shipment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38528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HS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93852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Generate candidate HS code interpretations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88336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8833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World Gen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68833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Turn HS candidates into alternative customs worlds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38144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3814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438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43814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Evaluate compliance posture &amp; applicable rules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87952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879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18795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Valuation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Review valuation signals and evidence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1887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188720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18872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11887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Duty Calc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11887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Estimate duty, tariffs, and landed cost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193852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938528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9385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1938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Debate / Critic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193852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Stress-test each world, surface critiques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26883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688336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68833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268833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Meta Scoring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268833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Score and rank all worlds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43814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438144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43814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3438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Output Format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343814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Build result payload for the frontend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418795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4187952"/>
            <a:ext cx="384048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1879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418795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Report Gen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0" y="418795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Produce downloadable report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engineered in — not bolted 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60020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600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Password + OTP MFA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61848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Email + password verified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OTP created in PostgreSQL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Delivered via SMTP or dev-echo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Access + refresh JWT issued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023360" cy="160020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63240"/>
            <a:ext cx="54864" cy="1600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1363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Sign-In (OAuth)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344728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GIS returns browser ID token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Backend verifies issuer, audience, signature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Links or creates user account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Issues identical JWT session shape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25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🔐  JWT 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Access + refresh token flow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560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👥  RBAC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vs general user roles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794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🔒  PII Encryption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AES at rest in PostgreSQL (enc:: prefix)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23444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325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🛡️  Password Hashing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Bcrypt — never stored in plaintext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246888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560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🕵️  Admin Audit Page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Storage proof for judges &amp; auditors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3703320"/>
            <a:ext cx="1920240" cy="1051560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794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📋  Structured Logging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service + request_id + job_id traces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Redis + Workers?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Intentional design choice — heavy AI never blocks the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a Queue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 blocks while full pipeline runs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 stay open too long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degrades quickly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and worker scaling get messy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stops being a useful systems demo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Redis + Workers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responds instantly with a job_id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processing runs out of band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 pull jobs in parallel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proves parallel execution visually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isolated to jobs, not API path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188720"/>
            <a:ext cx="36576" cy="32004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E8"/>
                </a:solidFill>
              </a:rPr>
              <a:t>Redis = waiting line   |   Backend = creates &amp; enqueues jobs   |   Workers = pull jobs and do the actual work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React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Polling-based job tracking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Scenario lab sliders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Rival inspector UI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8988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FastAPI (Python)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JWT + OTP auth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Admin RBAC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Structured logging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Queue &amp; Workers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Redis (BLPOP pattern)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worker-a + worker-b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Parallel job execution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Heartbeat publishing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PostgreSQL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PII encrypted at rest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SQLAlchemy async ORM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SQLite for local dev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 / Agents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31012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OpenAI (primary)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Anthropic (optional)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Groq (optional)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xAI (optional)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719072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26080"/>
            <a:ext cx="260604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31012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Grafana dashboards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Loki log aggregation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Promtail shipping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Request + job ID traces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Model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Customs Brain is a full-stack async application that combines: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Customs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48132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 genuinely useful decision-support product for trade 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841248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39696"/>
            <a:ext cx="54864" cy="5669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579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</a:rPr>
              <a:t>Async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15798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Visible multi-worker queue — Redis + parallel workers proven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16352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Security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8346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Auth, RBAC, PII encryption, and admin audit page built 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9300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112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AI Orchestration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5112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10-stage agent pipeline with critic, debate, and meta-scoring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841248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9664"/>
            <a:ext cx="54864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Transparent Reasoning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18795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Frontend explains the decision — alternatives, evidence, tradeoffs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Customs Brain</dc:title>
  <dc:subject>PptxGenJS Presentation</dc:subject>
  <dc:creator>PptxGenJS</dc:creator>
  <cp:lastModifiedBy>PptxGenJS</cp:lastModifiedBy>
  <cp:revision>1</cp:revision>
  <dcterms:created xsi:type="dcterms:W3CDTF">2026-04-17T00:48:46Z</dcterms:created>
  <dcterms:modified xsi:type="dcterms:W3CDTF">2026-04-17T00:48:46Z</dcterms:modified>
</cp:coreProperties>
</file>